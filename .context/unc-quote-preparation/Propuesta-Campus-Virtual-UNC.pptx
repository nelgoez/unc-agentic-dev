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900000">
            <a:off x="6400800" y="-1371600"/>
            <a:ext cx="5486400" cy="5486400"/>
          </a:xfrm>
          <a:prstGeom prst="ellipse">
            <a:avLst/>
          </a:prstGeom>
          <a:solidFill>
            <a:srgbClr val="3466D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VIRTUAL UNC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Propuesta de</a:t>
            </a:r>
            <a:endParaRPr lang="en-US" sz="4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Servicios Profesionales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Reenganche automatizado · Dashboard de actividades · Inducción estudiantil · Estandarización de cursos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7548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 Patricia Altamirano, Dirección de Campus Virtual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2026 · Confidencial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Confidencial · Campus Virtual UNC · Junio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Tres desafíos que escalan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A3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 cada cohorte.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F0F3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Abandono silencioso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inactivos en Módulo 1 sin intervención automatizada. Sin rescate, se pierden.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F8F9F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a ciegas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dashboard de actividades, los responsables no saben qué curso tiene 0% o 100% de completitud.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75488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F8F9F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Fricción de punta a punta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257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inducción estandarizada ni progresión encadenada, cada curso reinventa la rueda.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5577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5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propuesta ofrece tres niveles de intervención incremental. Cada nivel suma capacidades sobre el anterior.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Confidencial · Campus Virtual UNC · Junio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97280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1 — RESCATE INMEDIATO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MVP 1 — Rescate Inmediato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6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semanas desde firma de contrato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6 piezas de email HTML — 2 por curso (rescate M1 + mantenimiento M2)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3 cursos cubiertos: IA y Automatización, Python 1, Yoga y Mindfulness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Configuración del plugin en entorno de producción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Pruebas de disparo en DEV con usuarios testing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Activación controlada del cron (sin envíos prematuros)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Setup de analítica: KPIs de Reactivación, Tiempo de Respuesta, Clics vs Finalización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4206240"/>
            <a:ext cx="5029200" cy="1828800"/>
          </a:xfrm>
          <a:prstGeom prst="roundRect">
            <a:avLst>
              <a:gd name="adj" fmla="val 7500"/>
            </a:avLst>
          </a:prstGeom>
          <a:solidFill>
            <a:srgbClr val="1A3A8A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4343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110–155 módulos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766560" y="4846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$5.700.000 – $8.000.000 ARS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USD 4.700 – 6.600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Confidencial · Campus Virtual UNC · Junio 2026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97280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2 — VISIBILIDAD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MVP 2 — Visibilidad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6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MVP 1, más dashboard · 10–14 semanas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Dashboard de Análisis de Actividades sobre Moodle Configurable Reports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Tasa de completitud por actividad y por curso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Alertas automáticas: 0% (bloqueo) y 100% (anomalía)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Reportes exportables para responsables académicos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Cruce de datos: emails de reenganche vs progreso de actividades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4206240"/>
            <a:ext cx="5029200" cy="1828800"/>
          </a:xfrm>
          <a:prstGeom prst="roundRect">
            <a:avLst>
              <a:gd name="adj" fmla="val 7500"/>
            </a:avLst>
          </a:prstGeom>
          <a:solidFill>
            <a:srgbClr val="3466D0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4343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190–270 módulos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766560" y="4846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$9.800.000 – $14.000.000 ARS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USD 8.100 – 11.600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adicionales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Confidencial · Campus Virtual UNC · Junio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97280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3 — CICLO COMPLETO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MVP 3 — Ciclo Completo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6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MVP 2, más inducción + estandarización · 16–22 semanas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303520" cy="2377440"/>
          </a:xfrm>
          <a:prstGeom prst="roundRect">
            <a:avLst>
              <a:gd name="adj" fmla="val 3846"/>
            </a:avLst>
          </a:prstGeom>
          <a:solidFill>
            <a:srgbClr val="F0F3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Inducción Estudiantil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Tour de Automatriculación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Tour de Autoregistro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Video de bienvenida institucional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337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Mails de confirmación (2 variantes)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703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Módulo 0 en todos los cursos activos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73736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F0F3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Estandarización de Cursos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240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Exámenes auto-calificados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606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Progresión encadenada por módulo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971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Material obligatorio configurado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337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Emisión de certificados automatizada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10972800" cy="1645920"/>
          </a:xfrm>
          <a:prstGeom prst="roundRect">
            <a:avLst>
              <a:gd name="adj" fmla="val 8333"/>
            </a:avLst>
          </a:prstGeom>
          <a:solidFill>
            <a:srgbClr val="1A3A8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526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320–460 módulos  |  $16.500.000 – $23.800.000 ARS  |  ≈ USD 13.600 – 19.600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MVP 1 + MVP 2, más inducción y estandarización. El paquete completo para el ciclo de vida del estudiante.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Confidencial · Campus Virtual UNC · Junio 2026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97280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A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COMPARATIVA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Tabla Comparativa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228600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Rescate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Ciclo Completo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8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Emails de reenganche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8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8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8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Analítica de reenganche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8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8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8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de actividades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BBB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8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8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Alertas automáticas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BBB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8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8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Inducción estudiantil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BBB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BBB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8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Estandarización de cursos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BBB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BBB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8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51960"/>
          <a:ext cx="10972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228600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Módulos UNC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110–155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190–270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320–460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Pesos (ARS)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$5.7M–$8.0M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$9.8M–$14.0M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$16.5M–$23.8M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(referencia)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$4.7K–$6.6K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$8.1K–$11.6K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$13.6K–$19.6K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16–22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Confidencial · Campus Virtual UNC · Junio 2026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097280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Próximos Pasos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1783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y ajuste de alcance por parte de Campus Virtual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69748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97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nivel seleccionado (MVP 1, 2 o 3)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566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formal a Prosecretaría de Informática (Ing. Alfredo M. Montes)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43484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434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4389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de contrato e inicio de actividades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29200"/>
            <a:ext cx="10058400" cy="1097280"/>
          </a:xfrm>
          <a:prstGeom prst="roundRect">
            <a:avLst>
              <a:gd name="adj" fmla="val 8333"/>
            </a:avLst>
          </a:prstGeom>
          <a:solidFill>
            <a:srgbClr val="0D1F4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1663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Modalidad: Contratación bajo normativa UNC · Unidad: Módulo UNC ($51.700 ARS)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por inflación si pago demorado &gt;60 días · Mantenimiento: 15% anual (opcional)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válida por 60 días. ARS y USD a tipo de cambio oficial estimado.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Confidencial · Campus Virtual UNC · Junio 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97280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 Servicios — Campus Virtual UNC</dc:title>
  <dc:subject>Propuesta de servicios de desarrollo para reenganche, dashboard y estandarización</dc:subject>
  <dc:creator>Campus Virtual UNC</dc:creator>
  <cp:lastModifiedBy>Campus Virtual UNC</cp:lastModifiedBy>
  <cp:revision>1</cp:revision>
  <dcterms:created xsi:type="dcterms:W3CDTF">2026-06-03T00:41:24Z</dcterms:created>
  <dcterms:modified xsi:type="dcterms:W3CDTF">2026-06-03T00:41:24Z</dcterms:modified>
</cp:coreProperties>
</file>